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Times New Roman"/>
              </a:rPr>
              <a:t>Day 6: Methodology V1 &amp; Data-Readiness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Name: K.Santhosh Reddy</a:t>
            </a:r>
          </a:p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Cohort: 4 Batch A2</a:t>
            </a:r>
          </a:p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Mentor: Mr. Vamshi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Literature &amp; Data-Readiness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Literature Foundation: Builds on robust CV Region of Interest (ROI) extraction and Signal Processing.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Constraint Adherence: Offline software pipelines provide the highest reliability for OOK modulation without physical hardware integration.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Data Readiness: Raw dataset includes video sequences and a ground-truth mapping file.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Validation: Videos strictly checked for Nyquist compliance (FPS &gt; 2x baud rate).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Methodology: Strict Group-by-Video split enforced to prevent temporal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Proposed Preprocessing &amp; Modelling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Preprocessing (CV) - Frame Extraction: Read sequence frame-by-frame via OpenCV.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Preprocessing (CV) - Localization: Identify the brightest stable region (LED) and extract a bounding box ROI.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Preprocessing (CV) - Intensity Extraction: Calculate mean pixel intensity across ROI to generate a 1D time-series.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Modelling (Baseline): Apply dynamic thresholding (Moving Average) to the 1D signal to classify ON and OFF states.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Modelling (Advanced ML): Extract local statistical features and train SVM for noise resilience.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Evaluation Strategy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Timing Recovery: Synchronize the classified symbols to account for camera frame-drops.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Reconstruction: Group binary sequences and map them to standard character encodings (ASCII).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Primary Metrics: Bit Error Rate (BER), Exact Decoded-Message Correctness, and execution time.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Secondary Metric: Synchronization Robustness (maximum allowable frame drift).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Expected Constraints: Models must mitigate fluctuating ambient light and rolling-shutter artifacts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Split Strategy &amp; Mentor Corrections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Split Strategy: 70% Train, 15% Validation, 15% Test. Split is performed entirely at the video level.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Mentor Updates - Parameterization: Moving average window size is dynamically parameterized for varying camera FPS.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Mentor Updates - Metrics: Explicitly integrated maximum frame drift metric into the evaluation pipeline.</a:t>
            </a:r>
          </a:p>
          <a:p>
            <a:pPr>
              <a:spcAft>
                <a:spcPts val="1400"/>
              </a:spcAft>
            </a:pPr>
            <a:r>
              <a:rPr sz="2000" b="0">
                <a:latin typeface="Times New Roman"/>
              </a:rPr>
              <a:t>Status Check: Methodology V1 is finalized and the theoretical design phase is officially frozen.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