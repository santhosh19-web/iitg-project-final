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Optical Camera Communication (OCC)</a:t>
            </a:r>
          </a:p>
          <a:p>
            <a:r>
              <a:t>Video Message Decoding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Understanding Note</a:t>
            </a:r>
          </a:p>
          <a:p>
            <a:r>
              <a:t>Week 1 -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Technical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objective is to decode digital messages transmitted via Optical Camera Communication (OCC).</a:t>
            </a:r>
          </a:p>
          <a:p>
            <a:r>
              <a:t>• Modulation Scheme: On-Off Keying (OOK) to encode binary data into temporal light-intensity variations.</a:t>
            </a:r>
          </a:p>
          <a:p>
            <a:r>
              <a:t>• Goal: Develop a robust, offline, software-based CV and signal processing pipeline.</a:t>
            </a:r>
          </a:p>
          <a:p>
            <a:r>
              <a:t>• Process: Localize transmitter, extract time-series intensity signals, synchronize timing, and reconstruct the binary sequence.</a:t>
            </a:r>
          </a:p>
          <a:p>
            <a:r>
              <a:t>• No physical hardware integration is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Inputs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Inputs:</a:t>
            </a:r>
          </a:p>
          <a:p>
            <a:r>
              <a:t>  • Raw video sequences capturing the transmitting light source.</a:t>
            </a:r>
          </a:p>
          <a:p>
            <a:r>
              <a:t>  • Video frames containing the temporal light-intensity variations.</a:t>
            </a:r>
          </a:p>
          <a:p>
            <a:pPr>
              <a:defRPr b="1"/>
            </a:pPr>
            <a:r>
              <a:t>Outputs/Targets:</a:t>
            </a:r>
          </a:p>
          <a:p>
            <a:r>
              <a:t>  • Extracted temporal light-intensity variation time-series signal.</a:t>
            </a:r>
          </a:p>
          <a:p>
            <a:r>
              <a:t>  • Decoded transmitted binary sequence (1s and 0s).</a:t>
            </a:r>
          </a:p>
          <a:p>
            <a:r>
              <a:t>  • Final reconstructed human-readable decoded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End-to-End Software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Flow:</a:t>
            </a:r>
          </a:p>
          <a:p>
            <a:pPr lvl="1">
              <a:defRPr sz="1600"/>
            </a:pPr>
            <a:r>
              <a:t>1. Raw Video Input -&gt; 2. Frame Extraction</a:t>
            </a:r>
          </a:p>
          <a:p>
            <a:pPr lvl="1">
              <a:defRPr sz="1600"/>
            </a:pPr>
            <a:r>
              <a:t>3. Transmitter Localization / ROI Selection</a:t>
            </a:r>
          </a:p>
          <a:p>
            <a:pPr lvl="1">
              <a:defRPr sz="1600"/>
            </a:pPr>
            <a:r>
              <a:t>4. Temporal Light Intensity Extraction</a:t>
            </a:r>
          </a:p>
          <a:p>
            <a:pPr lvl="1">
              <a:defRPr sz="1600"/>
            </a:pPr>
            <a:r>
              <a:t>5. Signal Preprocessing &amp; Smoothing</a:t>
            </a:r>
          </a:p>
          <a:p>
            <a:pPr lvl="1">
              <a:defRPr sz="1600"/>
            </a:pPr>
            <a:r>
              <a:t>6. Thresholding / Symbol Classification</a:t>
            </a:r>
          </a:p>
          <a:p>
            <a:pPr lvl="1">
              <a:defRPr sz="1600"/>
            </a:pPr>
            <a:r>
              <a:t>7. Symbol Synchronization &amp; Timing Recovery</a:t>
            </a:r>
          </a:p>
          <a:p>
            <a:pPr lvl="1">
              <a:defRPr sz="1600"/>
            </a:pPr>
            <a:r>
              <a:t>8. Binary Sequence Reconstruction -&gt; 9. Message Decoding</a:t>
            </a:r>
          </a:p>
          <a:p>
            <a:pPr lvl="1">
              <a:defRPr sz="1600"/>
            </a:pPr>
            <a:r>
              <a:t>10. Performance Evaluation &amp; BER Calculation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Accuracy: High accuracy decoding, measured by Bit Error Rate (BER).</a:t>
            </a:r>
          </a:p>
          <a:p>
            <a:r>
              <a:t>• Robustness: Handles varying ROI selections, noise, and ambient lighting.</a:t>
            </a:r>
          </a:p>
          <a:p>
            <a:r>
              <a:t>• Synchronization: Accurate timing recovery to prevent symbol drift.</a:t>
            </a:r>
          </a:p>
          <a:p>
            <a:r>
              <a:t>• Reproducibility: Pipeline must be reproducible, modular, and not heavily hardcoded.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4a.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Sampling Rate: Camera frame rate &gt; Nyquist rate (2x blinking frequency).</a:t>
            </a:r>
          </a:p>
          <a:p>
            <a:r>
              <a:t>2. Spatial Stability: Transmitter remains relatively stationary in FOV.</a:t>
            </a:r>
          </a:p>
          <a:p>
            <a:r>
              <a:t>3. Modulation Scheme: Strictly On-Off Keying (OOK) without complex PWM or multi-level modulation.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4b. Technical Questions &amp; Clarifications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1. What is the expected transmission baud rate (blinking freq)?</a:t>
            </a:r>
          </a:p>
          <a:p>
            <a:pPr>
              <a:defRPr sz="1800"/>
            </a:pPr>
            <a:r>
              <a:t>2. Are there significant rolling-shutter effects we should utilize/avoid?</a:t>
            </a:r>
          </a:p>
          <a:p>
            <a:pPr>
              <a:defRPr sz="1800"/>
            </a:pPr>
            <a:r>
              <a:t>3. Does the binary sequence include standard start/stop or parity bits?</a:t>
            </a:r>
          </a:p>
          <a:p>
            <a:pPr>
              <a:defRPr sz="1800"/>
            </a:pPr>
            <a:r>
              <a:t>4. What character encoding standard (ASCII, UTF-8, etc.) is used?</a:t>
            </a:r>
          </a:p>
          <a:p>
            <a:pPr>
              <a:defRPr sz="1800"/>
            </a:pPr>
            <a:r>
              <a:t>5. Will there be competing ambient light sources or optical noise?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