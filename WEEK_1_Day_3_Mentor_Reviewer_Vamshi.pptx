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anose="04020705040A02060702" charset="0"/>
                <a:cs typeface="Algerian" panose="04020705040A02060702" charset="0"/>
              </a:rPr>
              <a:t>1. Revised Research Framing &amp; Targets</a:t>
            </a:r>
            <a:endParaRPr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 b="1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Research Question: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How can we robustly extract, synchronize, and decode OOK (On-Off Keying) messages from OCC video streams without physical hardware integration?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 b="1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Measurable Outputs &amp; Targets: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Input: Raw OCC video sequences.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Target: The synchronized temporal intensity signal and the decoded binary/text message.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 b="1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Metrics &amp; Scope: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Metrics: Bit Error Rate (BER), Decoding Accuracy, Inference/Execution Time.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Scope: Offline software-only pipeline (no real-time embedded deployment).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anose="04020705040A02060702" charset="0"/>
                <a:cs typeface="Algerian" panose="04020705040A02060702" charset="0"/>
              </a:rPr>
              <a:t>2. Progress Update: Completed Work &amp; Findings</a:t>
            </a:r>
            <a:endParaRPr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</a:p>
          <a:p>
            <a:pPr>
              <a:defRPr sz="1600" b="1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Completed Work: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Formulated the end-to-end OCC software pipeline (Localization -&gt; Extraction -&gt; Decoding).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Conducted literature review comparing 7 different CV and Signal Processing methodologies.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Shortlisted baseline methods: Fixed Thresholding and Adaptive (Otsu's) Thresholding.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 b="1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Key Findings: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Robust Region of Interest (ROI) selection is critical before signal extraction.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Background ambient noise and slight camera movements will necessitate adaptive smoothing/thresholding over fixed approaches.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anose="04020705040A02060702" charset="0"/>
                <a:cs typeface="Algerian" panose="04020705040A02060702" charset="0"/>
              </a:rPr>
              <a:t>3. Blockers &amp; Next 3-Day Plan</a:t>
            </a:r>
            <a:endParaRPr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</a:p>
          <a:p>
            <a:pPr>
              <a:defRPr sz="1600" b="1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Current Blockers: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Local setup of the full dataset (awaiting complete download and validation of video files).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Awaiting clarification on the exact baud rate/blinking frequency used in the dataset.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 b="1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Next Plan (Upcoming Tasks):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Dataset Understanding: Inspect the provided video sequences and extract metadata.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Data Preprocessing: Write reproducible Python/OpenCV scripts to extract frames and ROI.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Exploratory Analysis: Plot the temporal light-intensity variations to visually confirm OOK patterns.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Project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800">
                <a:latin typeface="Times New Roman"/>
              </a:rPr>
              <a:t>Name: K.Santhosh Reddy</a:t>
            </a:r>
          </a:p>
          <a:p>
            <a:pPr>
              <a:spcAft>
                <a:spcPts val="1400"/>
              </a:spcAft>
            </a:pPr>
            <a:r>
              <a:rPr sz="2800">
                <a:latin typeface="Times New Roman"/>
              </a:rPr>
              <a:t>Cohort: 4 Batch A2</a:t>
            </a:r>
          </a:p>
          <a:p>
            <a:pPr>
              <a:spcAft>
                <a:spcPts val="1400"/>
              </a:spcAft>
            </a:pPr>
            <a:r>
              <a:rPr sz="2800">
                <a:latin typeface="Times New Roman"/>
              </a:rPr>
              <a:t>Mentor: Mr. Vamshi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1625</Words>
  <Application>WPS Presentation</Application>
  <PresentationFormat>On-screen Show (4:3)</PresentationFormat>
  <Paragraphs>31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Algerian</vt:lpstr>
      <vt:lpstr>Times New Roman</vt:lpstr>
      <vt:lpstr>Office Theme</vt:lpstr>
      <vt:lpstr>1. Revised Research Framing &amp; Targets</vt:lpstr>
      <vt:lpstr>2. Progress Update: Completed Work &amp; Findings</vt:lpstr>
      <vt:lpstr>3. Blockers &amp; Next 3-Day Plan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KASIREDDY SANTHOSH REDDY</cp:lastModifiedBy>
  <cp:revision>2</cp:revision>
  <dcterms:created xsi:type="dcterms:W3CDTF">2013-01-27T09:14:00Z</dcterms:created>
  <dcterms:modified xsi:type="dcterms:W3CDTF">2026-09-12T06:05:58Z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0F946A6CB05F4DE18DA6070D122AB072_12</vt:lpwstr>
  </property>
  <property fmtid="{D5CDD505-2E9C-101B-9397-08002B2CF9AE}" pid="3" name="KSOProductBuildVer">
    <vt:lpwstr>1033-12.1.0.28032</vt:lpwstr>
  </property>
</Properties>
</file>