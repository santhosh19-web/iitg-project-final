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ROI &amp; Signal Extraction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b="1" sz="1600"/>
            </a:pPr>
            <a:r>
              <a:t>Candidate Transmitter ROI Detection:</a:t>
            </a:r>
          </a:p>
          <a:p>
            <a:pPr>
              <a:defRPr sz="1600"/>
            </a:pPr>
            <a:r>
              <a:t>  • Approach: Convert frames to grayscale, apply Gaussian Blur, and use binary thresholding to isolate the brightest region (the LED).</a:t>
            </a:r>
          </a:p>
          <a:p>
            <a:pPr>
              <a:defRPr sz="1600"/>
            </a:pPr>
            <a:r>
              <a:t>  • Draw a fixed bounding box around the centroid of the isolated bright pixels to serve as the ROI.</a:t>
            </a:r>
          </a:p>
          <a:p>
            <a:pPr>
              <a:defRPr b="1" sz="1600"/>
            </a:pPr>
            <a:r>
              <a:t>Intensity Plotting Strategy:</a:t>
            </a:r>
          </a:p>
          <a:p>
            <a:pPr>
              <a:defRPr sz="1600"/>
            </a:pPr>
            <a:r>
              <a:t>  • For every frame, calculate the mean pixel intensity exclusively within the bounded ROI.</a:t>
            </a:r>
          </a:p>
          <a:p>
            <a:pPr>
              <a:defRPr sz="1600"/>
            </a:pPr>
            <a:r>
              <a:t>  • Plot this mean intensity over time (frames) to visualize the raw physical OOK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Name: K.Santhosh Reddy</a:t>
            </a:r>
          </a:p>
          <a:p>
            <a:r>
              <a:t>Cohort: 4 Batch A2</a:t>
            </a:r>
          </a:p>
          <a:p>
            <a:r>
              <a:t>Mentor: Mr. Vamshi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Synchronization &amp; Evaluation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b="1" sz="1600"/>
            </a:pPr>
            <a:r>
              <a:t>Symbol Synchronization (260 FPS vs 92 bps):</a:t>
            </a:r>
          </a:p>
          <a:p>
            <a:pPr>
              <a:defRPr sz="1600"/>
            </a:pPr>
            <a:r>
              <a:t>  • Since the camera records at ~260 FPS and transmission is at 92 bps, each transmitted bit spans approximately 2.82 frames.</a:t>
            </a:r>
          </a:p>
          <a:p>
            <a:pPr>
              <a:defRPr sz="1600"/>
            </a:pPr>
            <a:r>
              <a:t>  • We will resample or apply a moving average window of size 3 to smooth the signal and sample the center of each bit period.</a:t>
            </a:r>
          </a:p>
          <a:p>
            <a:pPr>
              <a:defRPr b="1" sz="1600"/>
            </a:pPr>
            <a:r>
              <a:t>Evaluation Criteria:</a:t>
            </a:r>
          </a:p>
          <a:p>
            <a:pPr>
              <a:defRPr sz="1600"/>
            </a:pPr>
            <a:r>
              <a:t>  • Primary Metric: Bit Error Rate (BER) against the expected OOK sequence.</a:t>
            </a:r>
          </a:p>
          <a:p>
            <a:pPr>
              <a:defRPr sz="1600"/>
            </a:pPr>
            <a:r>
              <a:t>  • Secondary Metric: Decoding Accuracy (exact string match of reconstructed text).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Frozen Preprocessing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b="1" sz="1600"/>
            </a:pPr>
            <a:r>
              <a:t>The preprocessing pipeline is now frozen as follows:</a:t>
            </a:r>
          </a:p>
          <a:p>
            <a:pPr>
              <a:defRPr b="0" sz="1600"/>
            </a:pPr>
            <a:r>
              <a:t>  1. Data Ingestion: Read raw video at native 260 FPS.</a:t>
            </a:r>
          </a:p>
          <a:p>
            <a:pPr>
              <a:defRPr sz="1600"/>
            </a:pPr>
            <a:r>
              <a:t>  2. Grayscale Conversion: Drop RGB channels to reduce computational load.</a:t>
            </a:r>
          </a:p>
          <a:p>
            <a:pPr>
              <a:defRPr sz="1600"/>
            </a:pPr>
            <a:r>
              <a:t>  3. Spatial Localization: Static bright-spot detection on Frame 0.</a:t>
            </a:r>
          </a:p>
          <a:p>
            <a:pPr>
              <a:defRPr sz="1600"/>
            </a:pPr>
            <a:r>
              <a:t>  4. Temporal Extraction: Loop through all frames, appending ROI mean intensity to an array.</a:t>
            </a:r>
          </a:p>
          <a:p>
            <a:pPr>
              <a:defRPr sz="1600"/>
            </a:pPr>
            <a:r>
              <a:t>  5. Output: Save the 1D intensity array (signal) for the modelling phase.</a:t>
            </a:r>
          </a:p>
          <a:p>
            <a:pPr>
              <a:defRPr b="1" sz="1600"/>
            </a:pPr>
            <a:r>
              <a:t>Status: Approved and ready for baseline model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