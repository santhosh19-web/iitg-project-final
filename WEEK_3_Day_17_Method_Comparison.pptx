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Method Comparison (Static vs Adaptive vs Dynamic Phase)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Decoded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Verdict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Static Threshold (Day 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 (fails on drift)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Poor (drifts)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Rejected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Adaptive Threshold (Day 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(fixes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(clock 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Dynamic Sync (Day 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(zero-cross)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Shortlisted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828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Discussion: Overfitting, Limitations &amp;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latin typeface="Times New Roman"/>
              </a:rPr>
              <a:t>• Overfitting: Tuning the threshold window size (50 frames) heavily to the 1LED video might overfit to its specific lighting drift.</a:t>
            </a:r>
          </a:p>
          <a:p>
            <a:r>
              <a:rPr>
                <a:latin typeface="Times New Roman"/>
              </a:rPr>
              <a:t>• Data Limitations: Lack of an explicit ground_truth.csv means BER is estimated via internal consistency rather than exact bit matches.</a:t>
            </a:r>
          </a:p>
          <a:p>
            <a:r>
              <a:rPr>
                <a:latin typeface="Times New Roman"/>
              </a:rPr>
              <a:t>• Complexity: Dynamic phase snapping adds O(N) lookahead searches per frame, increasing processing time compared to static sampling.</a:t>
            </a:r>
          </a:p>
          <a:p>
            <a:r>
              <a:rPr>
                <a:latin typeface="Times New Roman"/>
              </a:rPr>
              <a:t>• Failure Patterns: Blurring from rapid camera motion causes missed zero-crossings, forcing the decoder to dead-reckon.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Shortlisted Candidates for Deeper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latin typeface="Times New Roman"/>
              </a:rPr>
              <a:t>Candidate 1: Dynamic Sync Decoder (Adaptive Threshold + Zero-Cross Snapping)</a:t>
            </a:r>
          </a:p>
          <a:p>
            <a:r>
              <a:rPr>
                <a:latin typeface="Times New Roman"/>
              </a:rPr>
              <a:t> - Rationale: Only method currently capable of extracting 10,000+ stable bits from the drifting 1LED video.</a:t>
            </a:r>
          </a:p>
          <a:p/>
          <a:p>
            <a:r>
              <a:rPr>
                <a:latin typeface="Times New Roman"/>
              </a:rPr>
              <a:t>Future Enhancements for Candidate:</a:t>
            </a:r>
          </a:p>
          <a:p>
            <a:r>
              <a:rPr>
                <a:latin typeface="Times New Roman"/>
              </a:rPr>
              <a:t> - Implement a Phase-Locked Loop (PLL) to handle missed zero-crossings gracefully instead of dead-reckoning.</a:t>
            </a:r>
          </a:p>
          <a:p>
            <a:r>
              <a:rPr>
                <a:latin typeface="Times New Roman"/>
              </a:rPr>
              <a:t> - Test multi-channel (RGB) thresholding rather than pure grayscale intensity to improve resilience against color temperature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Project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Name: K.Santhosh Reddy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Cohort: 4 Batch A2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